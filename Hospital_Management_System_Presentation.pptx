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Modules</c:v>
          </c:tx>
          <c:spPr>
            <a:solidFill>
              <a:schemeClr val="accent1"/>
            </a:solidFill>
          </c:spPr>
          <c:invertIfNegative val="1"/>
          <c:cat>
            <c:strLit>
              <c:ptCount val="3"/>
              <c:pt idx="0">
                <c:v>Doctors</c:v>
              </c:pt>
              <c:pt idx="1">
                <c:v>Patients</c:v>
              </c:pt>
              <c:pt idx="2">
                <c:v>Appointments</c:v>
              </c:pt>
            </c:strLit>
          </c:cat>
          <c:val>
            <c:numLit>
              <c:formatCode>General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80-4A78-AA12-07F31ED460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0BDFC8-5F95-4D8E-AE43-F629635FB071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Hospital Management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6F283-962F-4FBA-8464-BE81266D5CC1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Internship project presentation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B383F6-C3B3-4DCF-936C-8BDD612385B0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3810000" cy="2476500"/>
          </a:xfrm>
          <a:prstGeom prst="roundRect">
            <a:avLst>
              <a:gd name="adj" fmla="val 4615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1C271-24F3-44CA-8149-6FDFFEB90619}"/>
              </a:ext>
            </a:extLst>
          </p:cNvPr>
          <p:cNvSpPr>
            <a:spLocks noGrp="1"/>
          </p:cNvSpPr>
          <p:nvPr/>
        </p:nvSpPr>
        <p:spPr>
          <a:xfrm>
            <a:off x="7334250" y="2286000"/>
            <a:ext cx="2952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C398E"/>
                </a:solidFill>
              </a:defRPr>
            </a:pPr>
            <a:r>
              <a:rPr sz="2100" b="1">
                <a:solidFill>
                  <a:srgbClr val="1C398E"/>
                </a:solidFill>
              </a:rPr>
              <a:t>React + Vite</a:t>
            </a:r>
          </a:p>
          <a:p>
            <a:pPr algn="ctr">
              <a:defRPr sz="2100" b="1">
                <a:solidFill>
                  <a:srgbClr val="1C398E"/>
                </a:solidFill>
              </a:defRPr>
            </a:pPr>
            <a:r>
              <a:rPr sz="2100" b="1">
                <a:solidFill>
                  <a:srgbClr val="1C398E"/>
                </a:solidFill>
              </a:rPr>
              <a:t>Material UI</a:t>
            </a:r>
          </a:p>
          <a:p>
            <a:pPr algn="ctr">
              <a:defRPr sz="2100" b="1">
                <a:solidFill>
                  <a:srgbClr val="1C398E"/>
                </a:solidFill>
              </a:defRPr>
            </a:pPr>
            <a:r>
              <a:rPr sz="2100" b="1">
                <a:solidFill>
                  <a:srgbClr val="1C398E"/>
                </a:solidFill>
              </a:rPr>
              <a:t>Express API</a:t>
            </a:r>
          </a:p>
          <a:p>
            <a:pPr algn="ctr">
              <a:defRPr sz="2100" b="1">
                <a:solidFill>
                  <a:srgbClr val="1C398E"/>
                </a:solidFill>
              </a:defRPr>
            </a:pPr>
            <a:r>
              <a:rPr sz="2100" b="1">
                <a:solidFill>
                  <a:srgbClr val="1C398E"/>
                </a:solidFill>
              </a:rPr>
              <a:t>MongoDB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9FD00E-42C6-46C8-B127-A2976D834A3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334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A web application for managing doctors, patients, and appointments through a clean dashboard and CRUD screens.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78B9A3-1B3D-4F02-87AF-82AA08039D7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1</a:t>
            </a:r>
          </a:p>
        </p:txBody>
      </p:sp>
    </p:spTree>
    <p:extLst>
      <p:ext uri="{BB962C8B-B14F-4D97-AF65-F5344CB8AC3E}">
        <p14:creationId xmlns:p14="http://schemas.microsoft.com/office/powerpoint/2010/main" val="106707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1721A2-907B-4C1A-A515-D81DA5106D8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Project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66F73-9E10-4635-83BE-1D258E5B4800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What the system is designed to solve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92BCC-1D3C-43E0-9015-5741B7FFD8FE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68580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- Maintain doctor records</a:t>
            </a:r>
          </a:p>
          <a:p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- Maintain patient records</a:t>
            </a:r>
          </a:p>
          <a:p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- Schedule and manage appointments</a:t>
            </a:r>
          </a:p>
          <a:p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- Show hospital statistics in one dashboard</a:t>
            </a:r>
          </a:p>
          <a:p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- Provide a simple interface for academic demonstration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33DAEB-0AE5-4B02-A6AF-9C3409901C3D}"/>
              </a:ext>
            </a:extLst>
          </p:cNvPr>
          <p:cNvSpPr>
            <a:spLocks noGrp="1"/>
          </p:cNvSpPr>
          <p:nvPr/>
        </p:nvSpPr>
        <p:spPr>
          <a:xfrm>
            <a:off x="8477250" y="2190369"/>
            <a:ext cx="2476500" cy="219075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1F7AB-2E57-450C-8D2B-CEF798BB6FE1}"/>
              </a:ext>
            </a:extLst>
          </p:cNvPr>
          <p:cNvSpPr>
            <a:spLocks noGrp="1"/>
          </p:cNvSpPr>
          <p:nvPr/>
        </p:nvSpPr>
        <p:spPr>
          <a:xfrm>
            <a:off x="8810625" y="2333625"/>
            <a:ext cx="180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04F3B"/>
                </a:solidFill>
              </a:defRPr>
            </a:pPr>
            <a:r>
              <a:rPr sz="1725" b="1">
                <a:solidFill>
                  <a:srgbClr val="004F3B"/>
                </a:solidFill>
              </a:rPr>
              <a:t>Goal</a:t>
            </a:r>
          </a:p>
          <a:p>
            <a:endParaRPr sz="1725" b="1">
              <a:solidFill>
                <a:srgbClr val="004F3B"/>
              </a:solidFill>
            </a:endParaRPr>
          </a:p>
          <a:p>
            <a:pPr algn="ctr">
              <a:defRPr sz="1725" b="1">
                <a:solidFill>
                  <a:srgbClr val="004F3B"/>
                </a:solidFill>
              </a:defRPr>
            </a:pPr>
            <a:r>
              <a:rPr sz="1725" b="1">
                <a:solidFill>
                  <a:srgbClr val="004F3B"/>
                </a:solidFill>
              </a:rPr>
              <a:t>Clean, usable, internship-quality hospital management web app.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D23C0-EE5C-4A4B-8E3A-2F0EE2A20F7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2</a:t>
            </a:r>
          </a:p>
        </p:txBody>
      </p:sp>
    </p:spTree>
    <p:extLst>
      <p:ext uri="{BB962C8B-B14F-4D97-AF65-F5344CB8AC3E}">
        <p14:creationId xmlns:p14="http://schemas.microsoft.com/office/powerpoint/2010/main" val="56381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FD7741E-0045-48E9-959B-1FC5D7E256F6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ED59F6-7CA3-4678-BDF5-E2AC10776794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Frontend, backend, and database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7A4A42-A66F-4935-AB0C-B7BD36E3C420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4762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286D3-7A8D-4415-8835-DC668FBFEE58}"/>
              </a:ext>
            </a:extLst>
          </p:cNvPr>
          <p:cNvSpPr>
            <a:spLocks noGrp="1"/>
          </p:cNvSpPr>
          <p:nvPr/>
        </p:nvSpPr>
        <p:spPr>
          <a:xfrm>
            <a:off x="1143000" y="21621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Frontend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936AD-3563-4EEB-B1DC-D73185DD1B89}"/>
              </a:ext>
            </a:extLst>
          </p:cNvPr>
          <p:cNvSpPr>
            <a:spLocks noGrp="1"/>
          </p:cNvSpPr>
          <p:nvPr/>
        </p:nvSpPr>
        <p:spPr>
          <a:xfrm>
            <a:off x="1143000" y="25431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React, Vite, Material UI, React Router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CE8D7E-B3CD-411C-A847-D3262B22E49F}"/>
              </a:ext>
            </a:extLst>
          </p:cNvPr>
          <p:cNvSpPr>
            <a:spLocks noGrp="1"/>
          </p:cNvSpPr>
          <p:nvPr/>
        </p:nvSpPr>
        <p:spPr>
          <a:xfrm>
            <a:off x="6343650" y="1952625"/>
            <a:ext cx="4762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B96C4-2BD3-4536-93AF-846D19130A1C}"/>
              </a:ext>
            </a:extLst>
          </p:cNvPr>
          <p:cNvSpPr>
            <a:spLocks noGrp="1"/>
          </p:cNvSpPr>
          <p:nvPr/>
        </p:nvSpPr>
        <p:spPr>
          <a:xfrm>
            <a:off x="6610350" y="21621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Data/API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F32CFC-8526-4C69-82B0-309FF74BEE9E}"/>
              </a:ext>
            </a:extLst>
          </p:cNvPr>
          <p:cNvSpPr>
            <a:spLocks noGrp="1"/>
          </p:cNvSpPr>
          <p:nvPr/>
        </p:nvSpPr>
        <p:spPr>
          <a:xfrm>
            <a:off x="6610350" y="25431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Axios service connected to REST endpoints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74C717-C46E-479E-9823-E9279B3070B9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4762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035E0D-76DA-41FE-B76B-48B567D2B84A}"/>
              </a:ext>
            </a:extLst>
          </p:cNvPr>
          <p:cNvSpPr>
            <a:spLocks noGrp="1"/>
          </p:cNvSpPr>
          <p:nvPr/>
        </p:nvSpPr>
        <p:spPr>
          <a:xfrm>
            <a:off x="1143000" y="40671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Charts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E5403-3213-4B15-A6F6-0D0F3C9298CA}"/>
              </a:ext>
            </a:extLst>
          </p:cNvPr>
          <p:cNvSpPr>
            <a:spLocks noGrp="1"/>
          </p:cNvSpPr>
          <p:nvPr/>
        </p:nvSpPr>
        <p:spPr>
          <a:xfrm>
            <a:off x="1143000" y="44481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Recharts weekly appointment analytics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AB1242-C2B3-43CD-B95B-D9AC72CBA21F}"/>
              </a:ext>
            </a:extLst>
          </p:cNvPr>
          <p:cNvSpPr>
            <a:spLocks noGrp="1"/>
          </p:cNvSpPr>
          <p:nvPr/>
        </p:nvSpPr>
        <p:spPr>
          <a:xfrm>
            <a:off x="6343650" y="3857625"/>
            <a:ext cx="4762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8E197-8932-4BF7-8566-4EA76A0972B4}"/>
              </a:ext>
            </a:extLst>
          </p:cNvPr>
          <p:cNvSpPr>
            <a:spLocks noGrp="1"/>
          </p:cNvSpPr>
          <p:nvPr/>
        </p:nvSpPr>
        <p:spPr>
          <a:xfrm>
            <a:off x="6610350" y="40671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484A-74F1-49CD-B0C4-03D2871DEF71}"/>
              </a:ext>
            </a:extLst>
          </p:cNvPr>
          <p:cNvSpPr>
            <a:spLocks noGrp="1"/>
          </p:cNvSpPr>
          <p:nvPr/>
        </p:nvSpPr>
        <p:spPr>
          <a:xfrm>
            <a:off x="6610350" y="44481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Node.js, Express.js, MongoDB, Mongoose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7DFC22-41E5-48BD-914C-1E078B4C1183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3</a:t>
            </a:r>
          </a:p>
        </p:txBody>
      </p:sp>
    </p:spTree>
    <p:extLst>
      <p:ext uri="{BB962C8B-B14F-4D97-AF65-F5344CB8AC3E}">
        <p14:creationId xmlns:p14="http://schemas.microsoft.com/office/powerpoint/2010/main" val="188758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7F6117-0B76-47FF-A443-36CE7BB37F7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Main Modules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DAF43-C2F0-43DD-8461-189DCC68DBE4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The application is organized around four main views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F49AC9-E6E1-4F69-B15B-0F29CF9A45D8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238375" cy="2286000"/>
          </a:xfrm>
          <a:prstGeom prst="roundRect">
            <a:avLst>
              <a:gd name="adj" fmla="val 5106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4E174-52BD-43EC-A916-1E5CDF2B335C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1762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73644-3545-4AB6-802C-9425A3E522DD}"/>
              </a:ext>
            </a:extLst>
          </p:cNvPr>
          <p:cNvSpPr>
            <a:spLocks noGrp="1"/>
          </p:cNvSpPr>
          <p:nvPr/>
        </p:nvSpPr>
        <p:spPr>
          <a:xfrm>
            <a:off x="1085850" y="3143250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Stats and recent records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CC7028-01D0-45C7-B39C-DA317CFA6B48}"/>
              </a:ext>
            </a:extLst>
          </p:cNvPr>
          <p:cNvSpPr>
            <a:spLocks noGrp="1"/>
          </p:cNvSpPr>
          <p:nvPr/>
        </p:nvSpPr>
        <p:spPr>
          <a:xfrm>
            <a:off x="3590925" y="2095500"/>
            <a:ext cx="2238375" cy="2286000"/>
          </a:xfrm>
          <a:prstGeom prst="roundRect">
            <a:avLst>
              <a:gd name="adj" fmla="val 5106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5F84E6-1FA5-4E54-AB67-F2FE6D7CD227}"/>
              </a:ext>
            </a:extLst>
          </p:cNvPr>
          <p:cNvSpPr>
            <a:spLocks noGrp="1"/>
          </p:cNvSpPr>
          <p:nvPr/>
        </p:nvSpPr>
        <p:spPr>
          <a:xfrm>
            <a:off x="3819525" y="2476500"/>
            <a:ext cx="1762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Doctors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DD6BD6-8540-4ED6-B6E9-4330D71CCE0A}"/>
              </a:ext>
            </a:extLst>
          </p:cNvPr>
          <p:cNvSpPr>
            <a:spLocks noGrp="1"/>
          </p:cNvSpPr>
          <p:nvPr/>
        </p:nvSpPr>
        <p:spPr>
          <a:xfrm>
            <a:off x="3800475" y="3143250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Doctor CRUD and search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377775-3831-4C25-BEB5-229A86F725DD}"/>
              </a:ext>
            </a:extLst>
          </p:cNvPr>
          <p:cNvSpPr>
            <a:spLocks noGrp="1"/>
          </p:cNvSpPr>
          <p:nvPr/>
        </p:nvSpPr>
        <p:spPr>
          <a:xfrm>
            <a:off x="6305550" y="2095500"/>
            <a:ext cx="2238375" cy="2286000"/>
          </a:xfrm>
          <a:prstGeom prst="roundRect">
            <a:avLst>
              <a:gd name="adj" fmla="val 5106"/>
            </a:avLst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C6FCA-B9CF-494C-AE46-DE52CB29155E}"/>
              </a:ext>
            </a:extLst>
          </p:cNvPr>
          <p:cNvSpPr>
            <a:spLocks noGrp="1"/>
          </p:cNvSpPr>
          <p:nvPr/>
        </p:nvSpPr>
        <p:spPr>
          <a:xfrm>
            <a:off x="6534150" y="2476500"/>
            <a:ext cx="1762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Patients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B113B-0E34-42B6-916A-ED5C4E2443B7}"/>
              </a:ext>
            </a:extLst>
          </p:cNvPr>
          <p:cNvSpPr>
            <a:spLocks noGrp="1"/>
          </p:cNvSpPr>
          <p:nvPr/>
        </p:nvSpPr>
        <p:spPr>
          <a:xfrm>
            <a:off x="6515100" y="3143250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Patient CRUD and search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599A75-DB48-423F-8239-F2F281928300}"/>
              </a:ext>
            </a:extLst>
          </p:cNvPr>
          <p:cNvSpPr>
            <a:spLocks noGrp="1"/>
          </p:cNvSpPr>
          <p:nvPr/>
        </p:nvSpPr>
        <p:spPr>
          <a:xfrm>
            <a:off x="9020175" y="2095500"/>
            <a:ext cx="2238375" cy="2286000"/>
          </a:xfrm>
          <a:prstGeom prst="roundRect">
            <a:avLst>
              <a:gd name="adj" fmla="val 5106"/>
            </a:avLst>
          </a:prstGeom>
          <a:solidFill>
            <a:srgbClr val="F5F3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431AA-FA0B-485C-A1F1-BFC7D2FE3A1B}"/>
              </a:ext>
            </a:extLst>
          </p:cNvPr>
          <p:cNvSpPr>
            <a:spLocks noGrp="1"/>
          </p:cNvSpPr>
          <p:nvPr/>
        </p:nvSpPr>
        <p:spPr>
          <a:xfrm>
            <a:off x="9248775" y="2476500"/>
            <a:ext cx="1762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Appointments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5A74C-9ECA-4CB4-A8B2-E2261F21666C}"/>
              </a:ext>
            </a:extLst>
          </p:cNvPr>
          <p:cNvSpPr>
            <a:spLocks noGrp="1"/>
          </p:cNvSpPr>
          <p:nvPr/>
        </p:nvSpPr>
        <p:spPr>
          <a:xfrm>
            <a:off x="9229725" y="3143250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Booking and status update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9ADED8-ED41-4CA8-8A96-B7874077893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4</a:t>
            </a:r>
          </a:p>
        </p:txBody>
      </p:sp>
    </p:spTree>
    <p:extLst>
      <p:ext uri="{BB962C8B-B14F-4D97-AF65-F5344CB8AC3E}">
        <p14:creationId xmlns:p14="http://schemas.microsoft.com/office/powerpoint/2010/main" val="45322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2EA58E-D8EC-42A7-AA07-355EFB6DCCF5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API Integration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1F042-8864-4A84-803C-D2844A39A5ED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Frontend communicates with backend REST APIs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02A1C-4560-4907-9926-21B62D21A72C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Base URL: http://localhost:5000/api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D1BB1-0199-4E78-8DBB-70206F68C81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70485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- /api/doctors for doctor records</a:t>
            </a:r>
          </a:p>
          <a:p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- /api/patients for patient records</a:t>
            </a:r>
          </a:p>
          <a:p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- /api/appointments for appointment booking</a:t>
            </a:r>
          </a:p>
          <a:p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- CRUD operations use GET, POST, PUT, and DELETE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8001000" y="2286000"/>
          <a:ext cx="28575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1C4006-6D77-4346-B6AC-C3A5988636B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5</a:t>
            </a:r>
          </a:p>
        </p:txBody>
      </p:sp>
    </p:spTree>
    <p:extLst>
      <p:ext uri="{BB962C8B-B14F-4D97-AF65-F5344CB8AC3E}">
        <p14:creationId xmlns:p14="http://schemas.microsoft.com/office/powerpoint/2010/main" val="153936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028A52-88F3-478F-8F15-2557095CCFE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Testing And Demo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EA3DE0-330B-407D-A179-F03D62A65435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How to show the working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4613C-E8BA-431B-917E-C06134B5CB99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75247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Run backend server and frontend dev server</a:t>
            </a:r>
          </a:p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Add sample doctors and patients</a:t>
            </a:r>
          </a:p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Create appointments from existing records</a:t>
            </a:r>
          </a:p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Edit and delete one sample record</a:t>
            </a:r>
          </a:p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Return to dashboard and verify updated counts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B65356-4E95-43C7-97AB-65A1D94C7562}"/>
              </a:ext>
            </a:extLst>
          </p:cNvPr>
          <p:cNvSpPr>
            <a:spLocks noGrp="1"/>
          </p:cNvSpPr>
          <p:nvPr/>
        </p:nvSpPr>
        <p:spPr>
          <a:xfrm>
            <a:off x="8524875" y="2190750"/>
            <a:ext cx="2381250" cy="2000250"/>
          </a:xfrm>
          <a:prstGeom prst="roundRect">
            <a:avLst>
              <a:gd name="adj" fmla="val 5714"/>
            </a:avLst>
          </a:prstGeom>
          <a:solidFill>
            <a:srgbClr val="FFF1F2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25EEC-30CD-40B3-9364-392E53F57886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1714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8B0836"/>
                </a:solidFill>
              </a:defRPr>
            </a:pPr>
            <a:r>
              <a:rPr sz="1650" b="1">
                <a:solidFill>
                  <a:srgbClr val="8B0836"/>
                </a:solidFill>
              </a:rPr>
              <a:t>Verified</a:t>
            </a:r>
          </a:p>
          <a:p>
            <a:endParaRPr sz="1650" b="1">
              <a:solidFill>
                <a:srgbClr val="8B0836"/>
              </a:solidFill>
            </a:endParaRPr>
          </a:p>
          <a:p>
            <a:pPr algn="ctr">
              <a:defRPr sz="1650" b="1">
                <a:solidFill>
                  <a:srgbClr val="8B0836"/>
                </a:solidFill>
              </a:defRPr>
            </a:pPr>
            <a:r>
              <a:rPr sz="1650" b="1">
                <a:solidFill>
                  <a:srgbClr val="8B0836"/>
                </a:solidFill>
              </a:rPr>
              <a:t>npm run lint</a:t>
            </a:r>
          </a:p>
          <a:p>
            <a:pPr algn="ctr">
              <a:defRPr sz="1650" b="1">
                <a:solidFill>
                  <a:srgbClr val="8B0836"/>
                </a:solidFill>
              </a:defRPr>
            </a:pPr>
            <a:r>
              <a:rPr sz="1650" b="1">
                <a:solidFill>
                  <a:srgbClr val="8B0836"/>
                </a:solidFill>
              </a:rPr>
              <a:t>npm run build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988A1-ABB0-4F45-A1C8-BD644616ABB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6</a:t>
            </a:r>
          </a:p>
        </p:txBody>
      </p:sp>
    </p:spTree>
    <p:extLst>
      <p:ext uri="{BB962C8B-B14F-4D97-AF65-F5344CB8AC3E}">
        <p14:creationId xmlns:p14="http://schemas.microsoft.com/office/powerpoint/2010/main" val="150518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A222E7-4D2C-4CB1-8764-18B3B27C4D3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Conclusion And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0711E-2A86-403D-B167-109361F1EE81}"/>
              </a:ext>
            </a:extLst>
          </p:cNvPr>
          <p:cNvSpPr>
            <a:spLocks noGrp="1"/>
          </p:cNvSpPr>
          <p:nvPr/>
        </p:nvSpPr>
        <p:spPr>
          <a:xfrm>
            <a:off x="704850" y="11811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Current result and possible improvements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5555B7-D4E2-4C94-800A-79A4A6953EE1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7429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The project demonstrates a working hospital management frontend</a:t>
            </a:r>
          </a:p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Core CRUD screens and dashboard are ready for demonstration</a:t>
            </a:r>
          </a:p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- Future scope includes login, reports, billing, reminders, and deployment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55ABFF-75C0-42CF-8E27-4FB3E78BEE65}"/>
              </a:ext>
            </a:extLst>
          </p:cNvPr>
          <p:cNvSpPr>
            <a:spLocks noGrp="1"/>
          </p:cNvSpPr>
          <p:nvPr/>
        </p:nvSpPr>
        <p:spPr>
          <a:xfrm>
            <a:off x="8667750" y="2190750"/>
            <a:ext cx="2190750" cy="2000250"/>
          </a:xfrm>
          <a:prstGeom prst="roundRect">
            <a:avLst>
              <a:gd name="adj" fmla="val 5714"/>
            </a:avLst>
          </a:prstGeom>
          <a:solidFill>
            <a:srgbClr val="0F172B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456E5-6C26-49E6-A49B-0E16A6807BC8}"/>
              </a:ext>
            </a:extLst>
          </p:cNvPr>
          <p:cNvSpPr>
            <a:spLocks noGrp="1"/>
          </p:cNvSpPr>
          <p:nvPr/>
        </p:nvSpPr>
        <p:spPr>
          <a:xfrm>
            <a:off x="8953500" y="29527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C0E262-0CEB-4007-B977-48D0CAFF514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Hospital Management System | 7</a:t>
            </a:r>
          </a:p>
        </p:txBody>
      </p:sp>
    </p:spTree>
    <p:extLst>
      <p:ext uri="{BB962C8B-B14F-4D97-AF65-F5344CB8AC3E}">
        <p14:creationId xmlns:p14="http://schemas.microsoft.com/office/powerpoint/2010/main" val="1757990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DocSecurity>0</DocSecurity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irishabhr27@hotmail.com</cp:lastModifiedBy>
  <cp:revision>1</cp:revision>
  <dcterms:created xsi:type="dcterms:W3CDTF">2026-06-27T07:49:09Z</dcterms:created>
  <dcterms:modified xsi:type="dcterms:W3CDTF">2026-06-27T07:52:56Z</dcterms:modified>
</cp:coreProperties>
</file>